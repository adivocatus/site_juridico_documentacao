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Demandas</c:v>
                </c:pt>
              </c:strCache>
            </c:strRef>
          </c:tx>
          <c:spPr>
            <a:solidFill>
              <a:srgbClr val="B895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TRABALHISTA</c:v>
                </c:pt>
                <c:pt idx="1">
                  <c:v>CÍVEL</c:v>
                </c:pt>
                <c:pt idx="2">
                  <c:v>PENAL</c:v>
                </c:pt>
                <c:pt idx="3">
                  <c:v>TRIBUTÁRIO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65</c:v>
                </c:pt>
                <c:pt idx="2">
                  <c:v>50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0-4A1F-9D7E-004C99838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952A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952A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95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365760"/>
            <a:ext cx="274320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BRISTOL &amp; CARTER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Jurídica de Alto Padrão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7498080" cy="2377440"/>
          </a:xfrm>
          <a:prstGeom prst="rect">
            <a:avLst/>
          </a:prstGeom>
          <a:solidFill>
            <a:srgbClr val="111111"/>
          </a:solidFill>
          <a:ln w="19050">
            <a:solidFill>
              <a:srgbClr val="B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PROTÓTIPO WEB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(DESKTOP)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SITE: HOME PAGE INSTITUCIONAL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CREDIBILIDADE E ALCANCE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Monograma BC em Relevo 3D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em todo território nacional, com foco no Estado de Minas Gerais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gerais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focada em triagem e conversão estratégica de clientes.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B895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97280"/>
            <a:ext cx="3383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SITE: ÁREAS E ADVOGADOS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0"/>
          </a:xfrm>
          <a:prstGeom prst="line">
            <a:avLst/>
          </a:prstGeom>
          <a:noFill/>
          <a:ln w="15240">
            <a:solidFill>
              <a:srgbClr val="B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criminal estratégica.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0"/>
          </a:xfrm>
          <a:prstGeom prst="line">
            <a:avLst/>
          </a:prstGeom>
          <a:noFill/>
          <a:ln w="1524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TRABALHISTA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laborais e sindicais.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651760" cy="0"/>
          </a:xfrm>
          <a:prstGeom prst="line">
            <a:avLst/>
          </a:prstGeom>
          <a:noFill/>
          <a:ln w="1524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EMPRESARIAL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 consultoria PJ.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926080"/>
            <a:ext cx="2651760" cy="0"/>
          </a:xfrm>
          <a:prstGeom prst="line">
            <a:avLst/>
          </a:prstGeom>
          <a:noFill/>
          <a:ln w="15240">
            <a:solidFill>
              <a:srgbClr val="B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CÍVEL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direito de família.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2651760" cy="0"/>
          </a:xfrm>
          <a:prstGeom prst="line">
            <a:avLst/>
          </a:prstGeom>
          <a:noFill/>
          <a:ln w="15240">
            <a:solidFill>
              <a:srgbClr val="B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TRIBUTÁRIO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fiscal e tributos.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com Bio, OAB e Agenda Integrada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SITE: DASHBOARD DO CLIENTE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89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89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89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Advogado Responsável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89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Atual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#BC-2026-001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A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Análise (Triagem)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#BC-2026-042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2C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Aceita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#BC-2026-089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A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7498080" cy="2377440"/>
          </a:xfrm>
          <a:prstGeom prst="rect">
            <a:avLst/>
          </a:prstGeom>
          <a:solidFill>
            <a:srgbClr val="111111"/>
          </a:solidFill>
          <a:ln w="19050">
            <a:solidFill>
              <a:srgbClr val="B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PROTÓTIPO MOBILE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(APP)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MOBILE: LOGIN E INTERFACE 3D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MOBILIDADE E RAPIDEZ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 mobile otimizado para o cliente: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Biométrica Segura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em Tempo Real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 e Fluido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B895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97280"/>
            <a:ext cx="3383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MOBILE: TRIAGEM E DOCUMENTOS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Digitalização Integrada: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instantâneo de documentos via câmera do celular.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Triagem: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imediato de casos jurídicos diversos.</a:t>
            </a:r>
            <a:endParaRPr lang="en-US" sz="1400" dirty="0"/>
          </a:p>
          <a:p>
            <a:pPr marL="342900" indent="-342900">
              <a:buSzPct val="100000"/>
              <a:buChar char="◆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Centralizado: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registrados automaticamente na "Área do Usuário".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111111"/>
          </a:solidFill>
          <a:ln w="19050">
            <a:solidFill>
              <a:srgbClr val="B8952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NOVO CASO JURÍDICO: CLIQUE PARA ANEXAR PROVAS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MOBILE: CHAT E COMUNICAÇÃO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77724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716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Olá! Recebemos sua triagem tributária. Pode enviar o balanço?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2423160"/>
            <a:ext cx="704088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231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Dr. Já realizei o upload via scanner do app.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Criptografada e Segura (Sigilo Profissional)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ADMIN: CONTROLE E ESTATÍSTICAS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05840"/>
          <a:ext cx="822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Demandas por Especialidade (Painel Admin)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E PRÓXIMOS PASSOS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MVP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triagem e consultoria validados para lançamento.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65176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703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absoluta via LGPD e criptografia de dados.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3017520"/>
            <a:ext cx="265176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SUCESSO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703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máxima na gestão interna e conversão de clientes.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B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DÚVIDAS?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657600" y="2606040"/>
            <a:ext cx="1828800" cy="0"/>
          </a:xfrm>
          <a:prstGeom prst="line">
            <a:avLst/>
          </a:prstGeom>
          <a:noFill/>
          <a:ln w="1905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Bernardo, Carlos, Flavio Joel e Gustavo Luiz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Bristol &amp; Carter - Advocacia Estruturada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Apresentação na tela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Bristol &amp; Carter - Protótipos Jurídicos</dc:title>
  <dc:subject>PptxGenJS Presentation</dc:subject>
  <dc:creator>PptxGenJS</dc:creator>
  <cp:lastModifiedBy>Flavio Joel Gregorio</cp:lastModifiedBy>
  <cp:revision>1</cp:revision>
  <dcterms:created xsi:type="dcterms:W3CDTF">2026-05-01T00:37:18Z</dcterms:created>
  <dcterms:modified xsi:type="dcterms:W3CDTF">2026-05-01T00:39:53Z</dcterms:modified>
</cp:coreProperties>
</file>